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11055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31F2E"/>
                </a:solidFill>
              </a:rPr>
              <a:t>AI-POWERED EMERGENCY BLOOD COORDINATION SYSTEM · PAKISTAN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2148840"/>
            <a:ext cx="110550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B1B1D"/>
                </a:solidFill>
              </a:rPr>
              <a:t>Blood</a:t>
            </a:r>
            <a:pPr indent="0" marL="0">
              <a:buNone/>
            </a:pPr>
            <a:r>
              <a:rPr lang="en-US" sz="5800" b="1" dirty="0">
                <a:solidFill>
                  <a:srgbClr val="C31F2E"/>
                </a:solidFill>
              </a:rPr>
              <a:t>Bridge</a:t>
            </a:r>
            <a:pPr indent="0" marL="0">
              <a:buNone/>
            </a:pPr>
            <a:r>
              <a:rPr lang="en-US" sz="5800" b="1" dirty="0">
                <a:solidFill>
                  <a:srgbClr val="1B1B1D"/>
                </a:solidFill>
              </a:rPr>
              <a:t> AI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5B5B58"/>
                </a:solidFill>
              </a:rPr>
              <a:t>Emergency blood coordination for Pakistan —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5B5B58"/>
                </a:solidFill>
              </a:rPr>
              <a:t>every drop, matched in seconds. Safely.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43434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3434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1620"/>
                </a:solidFill>
              </a:rPr>
              <a:t>Verified staff · screened donors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434340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4343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Safety-first AI matching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16752" y="43434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6016752" y="4343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740E"/>
                </a:solidFill>
              </a:rPr>
              <a:t>Privacy by default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6172200"/>
            <a:ext cx="11055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7"/>
                </a:solidFill>
              </a:rPr>
              <a:t>Live product: bloodbridge-ai-two.vercel.app  ·  Source: github.com/sana1234-tech/bloodbridge-AI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1F2E"/>
                </a:solidFill>
              </a:rPr>
              <a:t>THE PROBLEM · WHO IT AFFECTS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Finding blood in an emergency means </a:t>
            </a:r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31F2E"/>
                </a:solidFill>
              </a:rPr>
              <a:t>hours of desperate phone calls.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6492240" cy="1572768"/>
          </a:xfrm>
          <a:prstGeom prst="roundRect">
            <a:avLst>
              <a:gd name="adj" fmla="val 5814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745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C31F2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6736" y="1837944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D"/>
                </a:solidFill>
              </a:rPr>
              <a:t>Matching is slow and manual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16736" y="2167128"/>
            <a:ext cx="55321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Families call relatives, post on Facebook, and drive from bank to bank — while the patient’s clock runs out. There is no single place where a verified need meets willing, eligible donors.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465576"/>
            <a:ext cx="6492240" cy="1572768"/>
          </a:xfrm>
          <a:prstGeom prst="roundRect">
            <a:avLst>
              <a:gd name="adj" fmla="val 5814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364845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C31F2E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16736" y="361188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D"/>
                </a:solidFill>
              </a:rPr>
              <a:t>Safety rules get ignored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16736" y="3941064"/>
            <a:ext cx="55321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Donors are contacted even when they are medically ineligible to donate again. Pakistan’s guideline requires a 90-day rest for men and 120 for women — informal networks don’t check.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5239512"/>
            <a:ext cx="6492240" cy="1572768"/>
          </a:xfrm>
          <a:prstGeom prst="roundRect">
            <a:avLst>
              <a:gd name="adj" fmla="val 5814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54223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C31F2E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5422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16736" y="5385816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D"/>
                </a:solidFill>
              </a:rPr>
              <a:t>Anyone can post anything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6736" y="5715000"/>
            <a:ext cx="55321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Unverified requests circulate publicly with patient names and donor phone numbers attached — no way to tell a genuine hospital need from spam, and privacy is traded away in the panic.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33488" y="1691640"/>
            <a:ext cx="4288536" cy="5120640"/>
          </a:xfrm>
          <a:prstGeom prst="roundRect">
            <a:avLst>
              <a:gd name="adj" fmla="val 2132"/>
            </a:avLst>
          </a:prstGeom>
          <a:solidFill>
            <a:srgbClr val="FDECEE"/>
          </a:solidFill>
          <a:ln w="15875">
            <a:solidFill>
              <a:srgbClr val="F0C7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1819656"/>
            <a:ext cx="3849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1620"/>
                </a:solidFill>
              </a:rPr>
              <a:t>Who lives this problem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52944" y="2167128"/>
            <a:ext cx="3849624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1B1D"/>
                </a:solidFill>
              </a:rPr>
              <a:t>Patients &amp; families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 — emergencies, childbirth, surgery, accidents.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1B1D"/>
                </a:solidFill>
              </a:rPr>
              <a:t>Thalassemia &amp; dialysis patients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 — Pakistan carries one of the world’s largest thalassemia burdens; many need a transfusion every 2–4 weeks, for life.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1B1D"/>
                </a:solidFill>
              </a:rPr>
              <a:t>Hospitals &amp; blood banks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 — coordinating under time pressure with no forecasting.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1B1D"/>
                </a:solidFill>
              </a:rPr>
              <a:t>Voluntary donors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 — willing to help, but contacted chaotically and without eligibility checks.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1F2E"/>
                </a:solidFill>
              </a:rPr>
              <a:t>OUR SOLUTION · AND WHO IT SERVES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One platform, three coordinated systems.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669280" cy="1389888"/>
          </a:xfrm>
          <a:prstGeom prst="roundRect">
            <a:avLst>
              <a:gd name="adj" fmla="val 6579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105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C31F2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16736" y="177393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D"/>
                </a:solidFill>
              </a:rPr>
              <a:t>Safety-first donor matching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16736" y="2103120"/>
            <a:ext cx="4709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Ranks compatible donors by blood type, distance, donation recency and reliability — hard-blocks anyone inside the mandatory resting window, and guarantees newly registered donors are visible immediately.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218688"/>
            <a:ext cx="5669280" cy="1389888"/>
          </a:xfrm>
          <a:prstGeom prst="roundRect">
            <a:avLst>
              <a:gd name="adj" fmla="val 6579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338328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C31F2E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16736" y="334670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D"/>
                </a:solidFill>
              </a:rPr>
              <a:t>Self-verifying demand forecasts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16736" y="3675888"/>
            <a:ext cx="4709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7-day predictions per city &amp; blood group — with backtested accuracy displayed live in the product, so the numbers are proven, not claimed.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791456"/>
            <a:ext cx="5669280" cy="1389888"/>
          </a:xfrm>
          <a:prstGeom prst="roundRect">
            <a:avLst>
              <a:gd name="adj" fmla="val 6579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495604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C31F2E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956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16736" y="491947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D"/>
                </a:solidFill>
              </a:rPr>
              <a:t>Assistant chatbot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16736" y="5248656"/>
            <a:ext cx="4709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Instant answers on compatibility, eligibility rules, live inventory and how requests work — staff-only posting is explained right in the chat.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1B1D"/>
                </a:solidFill>
              </a:rPr>
              <a:t>Audience: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verified hospital &amp; blood-bank staff post requests · screened donors register and respond · admins approve institutions and plan stock.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73952" y="1728216"/>
            <a:ext cx="5202936" cy="3292983"/>
          </a:xfrm>
          <a:prstGeom prst="roundRect">
            <a:avLst>
              <a:gd name="adj" fmla="val 2221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pic>
        <p:nvPicPr>
          <p:cNvPr id="22" name="Image 0" descr="C:\Users\SANA KHAN\Documents\Qoder\2026-09-03\chat-1\bloodbridge-ai\asse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16" y="1783080"/>
            <a:ext cx="5093208" cy="318325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73952" y="5076063"/>
            <a:ext cx="5202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87"/>
                </a:solidFill>
              </a:rPr>
              <a:t>Live dashboard — inventory, donors by city, requests (patient names never shown)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1F2E"/>
                </a:solidFill>
              </a:rPr>
              <a:t>ACCESS CONTROL · WHO CAN DO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Two account types, </a:t>
            </a:r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31F2E"/>
                </a:solidFill>
              </a:rPr>
              <a:t>verified before they can act.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12064" y="1682496"/>
            <a:ext cx="4590288" cy="2910078"/>
          </a:xfrm>
          <a:prstGeom prst="roundRect">
            <a:avLst>
              <a:gd name="adj" fmla="val 2514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pic>
        <p:nvPicPr>
          <p:cNvPr id="6" name="Image 0" descr="C:\Users\SANA KHAN\Documents\Qoder\2026-09-03\chat-1\bloodbridge-ai\asset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4480560" cy="2800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4647438"/>
            <a:ext cx="4590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87"/>
                </a:solidFill>
              </a:rPr>
              <a:t>Login — role selection (Hospital Staff / Donor)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367528" y="1691640"/>
            <a:ext cx="6254496" cy="1389888"/>
          </a:xfrm>
          <a:prstGeom prst="roundRect">
            <a:avLst>
              <a:gd name="adj" fmla="val 6579"/>
            </a:avLst>
          </a:prstGeom>
          <a:solidFill>
            <a:srgbClr val="FDECEE"/>
          </a:solidFill>
          <a:ln w="15875">
            <a:solidFill>
              <a:srgbClr val="F0C7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86984" y="1819656"/>
            <a:ext cx="5815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1620"/>
                </a:solidFill>
              </a:rPr>
              <a:t>Hospital / blood-bank staff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86984" y="2148840"/>
            <a:ext cx="58155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1119"/>
                </a:solidFill>
              </a:rPr>
              <a:t>Register with institution name + license number → status PENDING. A verified admin approves or rejects them in the Verification Panel. Only approved staff can post requests; approved staff are the admins.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67528" y="3264408"/>
            <a:ext cx="6254496" cy="1389888"/>
          </a:xfrm>
          <a:prstGeom prst="roundRect">
            <a:avLst>
              <a:gd name="adj" fmla="val 6579"/>
            </a:avLst>
          </a:prstGeom>
          <a:solidFill>
            <a:srgbClr val="E6F5F3"/>
          </a:solidFill>
          <a:ln w="15875">
            <a:solidFill>
              <a:srgbClr val="BFE3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86984" y="3392424"/>
            <a:ext cx="5815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Donors — screened at signup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86984" y="3721608"/>
            <a:ext cx="58155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4A44"/>
                </a:solidFill>
              </a:rPr>
              <a:t>Open registration with an 8-question health pre-screening (fever, HIV, hepatitis, chronic conditions, medication, recent procedures, pregnancy, malaria travel). Answers become safety flags — visible to staff only, never to other donors.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67528" y="4837176"/>
            <a:ext cx="6254496" cy="1389888"/>
          </a:xfrm>
          <a:prstGeom prst="roundRect">
            <a:avLst>
              <a:gd name="adj" fmla="val 6579"/>
            </a:avLst>
          </a:prstGeom>
          <a:solidFill>
            <a:srgbClr val="FBF0DD"/>
          </a:solidFill>
          <a:ln w="15875">
            <a:solidFill>
              <a:srgbClr val="EBD6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86984" y="4965192"/>
            <a:ext cx="5815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740E"/>
                </a:solidFill>
              </a:rPr>
              <a:t>Replacement donors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86984" y="5294376"/>
            <a:ext cx="58155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5008"/>
                </a:solidFill>
              </a:rPr>
              <a:t>Verified staff register walk-in donors brought by a patient’s family — tagged with the institution — so they join the matched pool for future requests.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1F2E"/>
                </a:solidFill>
              </a:rPr>
              <a:t>THE NEED · THE IMPACT IT MAKES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From a phone tree to a </a:t>
            </a:r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31F2E"/>
                </a:solidFill>
              </a:rPr>
              <a:t>match in seconds</a:t>
            </a:r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 — with safety enforced by design.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61289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011680"/>
            <a:ext cx="26128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31F2E"/>
                </a:solidFill>
              </a:rPr>
              <a:t>10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28371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5B58"/>
                </a:solidFill>
              </a:rPr>
              <a:t>ranked, medically eligible donors surfaced instantly per request — plus every donor registered in the last 24h is guaranteed visible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0994" y="1783080"/>
            <a:ext cx="261289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0994" y="2011680"/>
            <a:ext cx="26128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31F2E"/>
                </a:solidFill>
              </a:rPr>
              <a:t>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45586" y="2834640"/>
            <a:ext cx="228371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5B58"/>
                </a:solidFill>
              </a:rPr>
              <a:t>health screening questions answered by every donor at signup — flags for staff, invisible to other donors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5060" y="1783080"/>
            <a:ext cx="261289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5060" y="2011680"/>
            <a:ext cx="26128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31F2E"/>
                </a:solidFill>
              </a:rPr>
              <a:t>7 days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359652" y="2834640"/>
            <a:ext cx="228371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5B58"/>
                </a:solidFill>
              </a:rPr>
              <a:t>of demand forecast per city &amp; blood group — accuracy backtested daily against real demand, shown live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09126" y="1783080"/>
            <a:ext cx="261289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9126" y="2011680"/>
            <a:ext cx="26128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31F2E"/>
                </a:solidFill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173718" y="2834640"/>
            <a:ext cx="228371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5B58"/>
                </a:solidFill>
              </a:rPr>
              <a:t>patient names or donor phone numbers exposed in public views — privacy by default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434840"/>
            <a:ext cx="11055096" cy="1600200"/>
          </a:xfrm>
          <a:prstGeom prst="roundRect">
            <a:avLst>
              <a:gd name="adj" fmla="val 5714"/>
            </a:avLst>
          </a:prstGeom>
          <a:solidFill>
            <a:srgbClr val="E6F5F3"/>
          </a:solidFill>
          <a:ln w="15875">
            <a:solidFill>
              <a:srgbClr val="BFE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62856"/>
            <a:ext cx="1054303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B4A44"/>
                </a:solidFill>
              </a:rPr>
              <a:t>Why it matters: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B4A44"/>
                </a:solidFill>
              </a:rPr>
              <a:t>every emergency that starts with a match instead of a phone tree saves the most expensive currency in medicine — time. Only verified institutions can ask for blood, every donor is health-screened before entering the pool, and every blocked ineligible donor is a complication that never happens. The system also gets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B4A44"/>
                </a:solidFill>
              </a:rPr>
              <a:t>smarter with use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B4A44"/>
                </a:solidFill>
              </a:rPr>
              <a:t>: real requests and fulfillments feed the forecast model.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1F2E"/>
                </a:solidFill>
              </a:rPr>
              <a:t>INNOVATION 1 · SAFETY-FIRST MATCHING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Matching that </a:t>
            </a:r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31F2E"/>
                </a:solidFill>
              </a:rPr>
              <a:t>refuses</a:t>
            </a:r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 to recommend ineligible donors.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12064" y="1636776"/>
            <a:ext cx="6647688" cy="4195953"/>
          </a:xfrm>
          <a:prstGeom prst="roundRect">
            <a:avLst>
              <a:gd name="adj" fmla="val 1743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pic>
        <p:nvPicPr>
          <p:cNvPr id="6" name="Image 0" descr="C:\Users\SANA KHAN\Documents\Qoder\2026-09-03\chat-1\bloodbridge-ai\assets\donor-m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1640"/>
            <a:ext cx="6537960" cy="408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5887593"/>
            <a:ext cx="6647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87"/>
                </a:solidFill>
              </a:rPr>
              <a:t>Live AI match — ranked donors, blocked count, and no patient name anywhere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424928" y="1691640"/>
            <a:ext cx="4197096" cy="1481328"/>
          </a:xfrm>
          <a:prstGeom prst="roundRect">
            <a:avLst>
              <a:gd name="adj" fmla="val 6173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44384" y="1819656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D"/>
                </a:solidFill>
              </a:rPr>
              <a:t>Weighted compatibility score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44384" y="2148840"/>
            <a:ext cx="375818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B58"/>
                </a:solidFill>
              </a:rPr>
              <a:t>Blood-type compatibility (40%) · haversine distance (30%) · donation recency (20%) · donor rating (10%). Critical requests re-weight toward distance. O- universal donors matched to every group.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24928" y="3355848"/>
            <a:ext cx="4197096" cy="1481328"/>
          </a:xfrm>
          <a:prstGeom prst="roundRect">
            <a:avLst>
              <a:gd name="adj" fmla="val 6173"/>
            </a:avLst>
          </a:prstGeom>
          <a:solidFill>
            <a:srgbClr val="FBF0DD"/>
          </a:solidFill>
          <a:ln w="15875">
            <a:solidFill>
              <a:srgbClr val="EBD6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44384" y="3483864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740E"/>
                </a:solidFill>
              </a:rPr>
              <a:t>The hard safety rule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44384" y="3813048"/>
            <a:ext cx="375818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5008"/>
                </a:solidFill>
              </a:rPr>
              <a:t>Donors inside the 90-day (men) / 120-day (women) resting window are excluded entirely — never just ranked lower. The blocked count is shown live on every match.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24928" y="5020056"/>
            <a:ext cx="4197096" cy="1481328"/>
          </a:xfrm>
          <a:prstGeom prst="roundRect">
            <a:avLst>
              <a:gd name="adj" fmla="val 6173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44384" y="5148072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D"/>
                </a:solidFill>
              </a:rPr>
              <a:t>New donors are never invisible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44384" y="5477256"/>
            <a:ext cx="375818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B58"/>
                </a:solidFill>
              </a:rPr>
              <a:t>Anyone registered in the last 24h is guaranteed a place in results — beyond the top-10 if needed — badged “New Donor”. Results also re-rank live on every view, so a donor who signs up after a request is posted still appears.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1F2E"/>
                </a:solidFill>
              </a:rPr>
              <a:t>INNOVATION 2 · SELF-VERIFYING FORECASTS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Predictions that </a:t>
            </a:r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31F2E"/>
                </a:solidFill>
              </a:rPr>
              <a:t>prove their own accuracy.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12064" y="1636776"/>
            <a:ext cx="6647688" cy="4195953"/>
          </a:xfrm>
          <a:prstGeom prst="roundRect">
            <a:avLst>
              <a:gd name="adj" fmla="val 1743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pic>
        <p:nvPicPr>
          <p:cNvPr id="6" name="Image 0" descr="C:\Users\SANA KHAN\Documents\Qoder\2026-09-03\chat-1\bloodbridge-ai\assets\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1640"/>
            <a:ext cx="6537960" cy="408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5887593"/>
            <a:ext cx="6647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87"/>
                </a:solidFill>
              </a:rPr>
              <a:t>Analytics — 7-day forecast with live backtested accuracy card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424928" y="1691640"/>
            <a:ext cx="4197096" cy="1481328"/>
          </a:xfrm>
          <a:prstGeom prst="roundRect">
            <a:avLst>
              <a:gd name="adj" fmla="val 6173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44384" y="1819656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D"/>
                </a:solidFill>
              </a:rPr>
              <a:t>The 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44384" y="2148840"/>
            <a:ext cx="375818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B58"/>
                </a:solidFill>
              </a:rPr>
              <a:t>Weighted 14-day moving average + linear-regression trend + weekday seasonality, per city and blood group — explainable by design.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24928" y="3355848"/>
            <a:ext cx="4197096" cy="1481328"/>
          </a:xfrm>
          <a:prstGeom prst="roundRect">
            <a:avLst>
              <a:gd name="adj" fmla="val 6173"/>
            </a:avLst>
          </a:prstGeom>
          <a:solidFill>
            <a:srgbClr val="E6F5F3"/>
          </a:solidFill>
          <a:ln w="15875">
            <a:solidFill>
              <a:srgbClr val="BFE3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44384" y="3483864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Backtested, not just claimed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44384" y="3813048"/>
            <a:ext cx="375818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B4A44"/>
                </a:solidFill>
              </a:rPr>
              <a:t>The model is re-run on past days using only prior history, then compared with what actually happened — accuracy across 672 backtested forecasts is displayed live in the product, per city and blood group.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24928" y="5020056"/>
            <a:ext cx="4197096" cy="1481328"/>
          </a:xfrm>
          <a:prstGeom prst="roundRect">
            <a:avLst>
              <a:gd name="adj" fmla="val 6173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44384" y="5148072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D"/>
                </a:solidFill>
              </a:rPr>
              <a:t>Learns from reality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44384" y="5477256"/>
            <a:ext cx="375818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B58"/>
                </a:solidFill>
              </a:rPr>
              <a:t>Every real request and fulfillment updates demand history — the forecast improves as the system is used, instead of living on seed data.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1F2E"/>
                </a:solidFill>
              </a:rPr>
              <a:t>INNOVATION 3 · CLOSED LOOP &amp; PRIVACY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A data loop that keeps the system truthful — </a:t>
            </a:r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31F2E"/>
                </a:solidFill>
              </a:rPr>
              <a:t>and privacy by default.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7860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89280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D"/>
                </a:solidFill>
              </a:rPr>
              <a:t>Verified request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4944" y="2203704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B5B58"/>
                </a:solidFill>
              </a:rPr>
              <a:t>posted by approved staff only, with a private internal reference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27248" y="2112264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1F2E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38144" y="1783080"/>
            <a:ext cx="257860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9280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D"/>
                </a:solidFill>
              </a:rPr>
              <a:t>AI match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2203704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B5B58"/>
                </a:solidFill>
              </a:rPr>
              <a:t>eligible donors ranked; ineligible ones hard-blocked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98464" y="2112264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1F2E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257860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89280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D"/>
                </a:solidFill>
              </a:rPr>
              <a:t>Contact &amp; response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37376" y="2203704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B5B58"/>
                </a:solidFill>
              </a:rPr>
              <a:t>donor contact visible only to the posting staff member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69680" y="2112264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1F2E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80576" y="1783080"/>
            <a:ext cx="257860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189280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D"/>
                </a:solidFill>
              </a:rPr>
              <a:t>Fulfillment confirmed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08592" y="2203704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B5B58"/>
                </a:solidFill>
              </a:rPr>
              <a:t>donors enter resting window · bank restocks · demand history updated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246120"/>
            <a:ext cx="5367528" cy="2697480"/>
          </a:xfrm>
          <a:prstGeom prst="roundRect">
            <a:avLst>
              <a:gd name="adj" fmla="val 3390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374136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D"/>
                </a:solidFill>
              </a:rPr>
              <a:t>Privacy by default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" y="3721608"/>
            <a:ext cx="492861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F766E"/>
                </a:solidFill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Patient names never leave the staff side — the public feed shows only blood group, units, hospital, city and urgency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F766E"/>
                </a:solidFill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Donor phones masked in the directory: 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1B1B1D"/>
                </a:solidFill>
              </a:rPr>
              <a:t>0335•••••••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 — full contact revealed only to the staff who posted that request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F766E"/>
                </a:solidFill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Health screening answers become staff-only flags — donors never see each other’s data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F766E"/>
                </a:solidFill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All inputs validated at the API boundary — malformed or malicious data is rejected with clear errors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54496" y="3246120"/>
            <a:ext cx="5367528" cy="2697480"/>
          </a:xfrm>
          <a:prstGeom prst="roundRect">
            <a:avLst>
              <a:gd name="adj" fmla="val 3390"/>
            </a:avLst>
          </a:prstGeom>
          <a:solidFill>
            <a:srgbClr val="FDECEE"/>
          </a:solidFill>
          <a:ln w="15875">
            <a:solidFill>
              <a:srgbClr val="F0C7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3374136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1620"/>
                </a:solidFill>
              </a:rPr>
              <a:t>Verified access — live in the product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73952" y="3721608"/>
            <a:ext cx="492861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8F1620"/>
                </a:solidFill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JWT authentication with bcrypt-hashed passwords — two roles: staff and donor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8F1620"/>
                </a:solidFill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Institutions submit license numbers and stay 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1B1B1D"/>
                </a:solidFill>
              </a:rPr>
              <a:t>pending until an admin approves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 — only then can they post requests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8F1620"/>
                </a:solidFill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Patient identity replaced by a private 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1B1B1D"/>
                </a:solidFill>
              </a:rPr>
              <a:t>internal reference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 in the staff’s own records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8F1620"/>
                </a:solidFill>
              </a:rPr>
              <a:t>✓ 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58"/>
                </a:solidFill>
              </a:rPr>
              <a:t>Walk-in replacement donors registered by staff, tagged with their institution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1F2E"/>
                </a:solidFill>
              </a:rPr>
              <a:t>THE 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Simple stack, engineered honestly.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669280" cy="1426464"/>
          </a:xfrm>
          <a:prstGeom prst="roundRect">
            <a:avLst>
              <a:gd name="adj" fmla="val 6410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19656"/>
            <a:ext cx="5230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2148840"/>
            <a:ext cx="52303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React 19 + Vite + Tailwind + Recharts single-page app → Node.js / Express API → in-memory store with disk persistence (Mongoose-ready schemas for a MongoDB upgrade).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3300984"/>
            <a:ext cx="5669280" cy="1426464"/>
          </a:xfrm>
          <a:prstGeom prst="roundRect">
            <a:avLst>
              <a:gd name="adj" fmla="val 6410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3429000"/>
            <a:ext cx="5230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Security engineering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3758184"/>
            <a:ext cx="52303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JWT authentication, bcrypt password hashing, and role-based guards on both server and client. Verification, masking, eligibility and validation rules live server-side — they cannot be bypassed from the browser.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4910328"/>
            <a:ext cx="5669280" cy="1426464"/>
          </a:xfrm>
          <a:prstGeom prst="roundRect">
            <a:avLst>
              <a:gd name="adj" fmla="val 6410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5038344"/>
            <a:ext cx="5230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Deployed &amp; versioned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5367528"/>
            <a:ext cx="52303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Live on Vercel (serverless) at bloodbridge-ai-two.vercel.app · full source on GitHub (github.com/sana1234-tech/bloodbridge-AI) · one command ships a new production build. Realistic dataset: 150 donors, 19 real hospitals, 90 days of demand history across 6 cities.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73952" y="1773936"/>
            <a:ext cx="5202936" cy="3292983"/>
          </a:xfrm>
          <a:prstGeom prst="roundRect">
            <a:avLst>
              <a:gd name="adj" fmla="val 2221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pic>
        <p:nvPicPr>
          <p:cNvPr id="15" name="Image 0" descr="C:\Users\SANA KHAN\Documents\Qoder\2026-09-03\chat-1\bloodbridge-ai\assets\don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16" y="1828800"/>
            <a:ext cx="5093208" cy="318325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73952" y="5121783"/>
            <a:ext cx="5202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87"/>
                </a:solidFill>
              </a:rPr>
              <a:t>Donor directory — masked phones, live eligibility status per donor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1F2E"/>
                </a:solidFill>
              </a:rPr>
              <a:t>FEASIBILITY · WHAT WE ACTUALLY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5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Everything in this deck </a:t>
            </a:r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31F2E"/>
                </a:solidFill>
              </a:rPr>
              <a:t>runs today</a:t>
            </a:r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B1D"/>
                </a:solidFill>
              </a:rPr>
              <a:t> — live on the internet.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6309360" cy="4297680"/>
          </a:xfrm>
          <a:prstGeom prst="roundRect">
            <a:avLst>
              <a:gd name="adj" fmla="val 2128"/>
            </a:avLst>
          </a:prstGeom>
          <a:solidFill>
            <a:srgbClr val="FAFAF8"/>
          </a:solidFill>
          <a:ln w="15875">
            <a:solidFill>
              <a:srgbClr val="E7E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38528"/>
            <a:ext cx="5797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✓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B1D"/>
                </a:solidFill>
              </a:rPr>
              <a:t>Full working app, deployed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B58"/>
                </a:solidFill>
              </a:rPr>
              <a:t> — 12+ routes, 20+ API endpoints, chatbot, matching &amp; forecasting — live on Vercel right now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5797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✓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B1D"/>
                </a:solidFill>
              </a:rPr>
              <a:t>Complete verified lifecycle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B58"/>
                </a:solidFill>
              </a:rPr>
              <a:t> — admin login → post request → AI match → donor responds → staff see contacts &amp; health flags → fulfillment → resting window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547872"/>
            <a:ext cx="5797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✓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B1D"/>
                </a:solidFill>
              </a:rPr>
              <a:t>Tested end-to-end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B58"/>
                </a:solidFill>
              </a:rPr>
              <a:t> — automated API smoke tests for auth, signup, verification, matching (including the new-donor guarantee) and privacy redaction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352544"/>
            <a:ext cx="5797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✓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B1D"/>
                </a:solidFill>
              </a:rPr>
              <a:t>Real bugs found &amp; fixed in the field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B58"/>
                </a:solidFill>
              </a:rPr>
              <a:t> — negative resting countdowns, patient-name leakage, and new donors excluded from matching: all reproduced, fixed and re-verified on production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157216"/>
            <a:ext cx="57972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✓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B1D"/>
                </a:solidFill>
              </a:rPr>
              <a:t>Honest scope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B58"/>
                </a:solidFill>
              </a:rPr>
              <a:t> — in-memory prototype storage; production needs a real database and SMS alerts. We say so in the README — and the roadmap is concrete.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68896" y="1737360"/>
            <a:ext cx="4453128" cy="4297680"/>
          </a:xfrm>
          <a:prstGeom prst="roundRect">
            <a:avLst>
              <a:gd name="adj" fmla="val 2128"/>
            </a:avLst>
          </a:prstGeom>
          <a:solidFill>
            <a:srgbClr val="E6F5F3"/>
          </a:solidFill>
          <a:ln w="15875">
            <a:solidFill>
              <a:srgbClr val="BFE3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1901952"/>
            <a:ext cx="4014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</a:rPr>
              <a:t>Verify it in 2 minutes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24928" y="2359152"/>
            <a:ext cx="394106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766E"/>
                </a:solidFill>
              </a:rPr>
              <a:t>1.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4A44"/>
                </a:solidFill>
              </a:rPr>
              <a:t>Open bloodbridge-ai-two.vercel.app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24928" y="3017520"/>
            <a:ext cx="394106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766E"/>
                </a:solidFill>
              </a:rPr>
              <a:t>2.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4A44"/>
                </a:solidFill>
              </a:rPr>
              <a:t>Login as admin: 03000000001 / admin123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24928" y="3675888"/>
            <a:ext cx="394106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766E"/>
                </a:solidFill>
              </a:rPr>
              <a:t>3.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4A44"/>
                </a:solidFill>
              </a:rPr>
              <a:t>Post an emergency request — watch the AI match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24928" y="4334256"/>
            <a:ext cx="394106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766E"/>
                </a:solidFill>
              </a:rPr>
              <a:t>4.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4A44"/>
                </a:solidFill>
              </a:rPr>
              <a:t>Register as a donor — 8-question screening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24928" y="4992624"/>
            <a:ext cx="394106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766E"/>
                </a:solidFill>
              </a:rPr>
              <a:t>5.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4A44"/>
                </a:solidFill>
              </a:rPr>
              <a:t>Browse the repo: github.com/sana1234-tech/bloodbridge-AI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31F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1F2E"/>
                </a:solidFill>
              </a:rPr>
              <a:t>ROADMAP &amp; CLOSE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1B1D"/>
                </a:solidFill>
              </a:rPr>
              <a:t>Next: MongoDB persistence, SMS/WhatsApp alerts,</a:t>
            </a:r>
            <a:endParaRPr lang="en-US" sz="27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1B1B1D"/>
                </a:solidFill>
              </a:rPr>
              <a:t>map view, blood-unit expiry tracking.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B5B58"/>
                </a:solidFill>
              </a:rPr>
              <a:t>Authentication, verification, health screening, privacy and the forecast loop already run in production — the roadmap builds on what runs today, not on promises.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4023360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B1D"/>
                </a:solidFill>
              </a:rPr>
              <a:t>Every drop, matched in seconds. </a:t>
            </a:r>
            <a:pPr indent="0" marL="0">
              <a:buNone/>
            </a:pPr>
            <a:r>
              <a:rPr lang="en-US" sz="4000" b="1" dirty="0">
                <a:solidFill>
                  <a:srgbClr val="C31F2E"/>
                </a:solidFill>
              </a:rPr>
              <a:t>Safely.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172200"/>
            <a:ext cx="11055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7"/>
                </a:solidFill>
              </a:rPr>
              <a:t>BloodBridge AI — Project Presentation  ·  Live: bloodbridge-ai-two.vercel.app  ·  GitHub: github.com/sana1234-tech/bloodbridge-AI  ·  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BloodBridge AI — Emergency Blood Coordination System</dc:title>
  <dc:subject>PptxGenJS Presentation</dc:subject>
  <dc:creator>Team BloodBridge</dc:creator>
  <cp:lastModifiedBy>Team BloodBridge</cp:lastModifiedBy>
  <cp:revision>1</cp:revision>
  <dcterms:created xsi:type="dcterms:W3CDTF">2026-09-07T18:04:01Z</dcterms:created>
  <dcterms:modified xsi:type="dcterms:W3CDTF">2026-09-07T18:04:01Z</dcterms:modified>
</cp:coreProperties>
</file>